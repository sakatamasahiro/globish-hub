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PRIVATE &amp;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Tascal Pro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Proposal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657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exclusively for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C.H. Tan &amp; Associates (WTA)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Attn: Mr. William Tan &amp; Directors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Masahiro Sakata  |  Representative Director  |  Globish International Co., Ltd.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masahiro1945@globish-intl.com  |  Kuala Lumpur, Malaysia  |  June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Accounting Firms Are Running on WhatsApp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documents, approvals, and queries scattered across personal chat threads with no record-keeping.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0" y="1344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67335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emailed back and forth. No versioning, no audit trail, no organised client folders.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2278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 Excel invoices. SST calculated manually. MyInvois compliance looming with no solution.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Blindspots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22783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track matter status, deadlines, or outstanding client actions across the team.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Tascal Pro Malaysia — One Platform. Everything You Need.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Client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profiles, SSM numbers, PIC contacts, WhatsApp links.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Matter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6276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engagement to closure. Deadlines, priority flags, status badges.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 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62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storage. Categories, client filtering, one-click download.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4231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Messaging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62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messaging replaces WhatsApp. Full history retained.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Invoicing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8% auto-calculation. Stripe payments. MyInvois-Ready fields.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Client Portal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096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upload documents, track matters, pay invoices — no WhatsApp.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Success Hub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accountant-client relationship from obligation to genuine partnership.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Vital Signs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dashboard: Cash Flow, Tax Compliance, SST, Active Matters.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847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Accountant's Monthly Insight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business advice delivered directly to client dashboard.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18470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Alert Centre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MyInvois, SST, EPF, tax deadline alerts — specific to each client.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72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My Accountant (AI)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858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submits questions. AI drafts instantly. Accountant reviews and sends.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72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3756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Milestones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858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business anniversaries. Your success is our success.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729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6364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Business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858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yearly performance summary for every client.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149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(incl. SST)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Up to 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2 users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455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Success Hub 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Ready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86868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MOST POPULAR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0040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299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0040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(incl. SST)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377440"/>
            <a:ext cx="1920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Up to 50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5 users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1455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✓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Success Hub 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Ready 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105156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599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943600" y="2057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(incl. SST)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37744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Unlimited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Unlimited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31455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3474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Success Hub ✓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8039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Ready 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All Plans Include: 60-Day Free Trial — No Credit Card. No Obligation. No Contracts.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OFFER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 Founding Partner Terms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exclusively for William C.H. Tan &amp; Associates — not available to any other firm.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6 Months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at zero cost for 6 months. No credit card. No obligation.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Permanent RM 149/mo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764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free period, WTA pays only RM 149/month — forever. Never increases.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35% Referral Commission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firm WTA introduces that subscribes, WTA earns 35% monthly commission.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Co-Design Rights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953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 shapes the product roadmap. Your feedback becomes features — first.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Priority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response guarantee. Direct line to the development team.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Founding Partner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1422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 Malaysia's first Tascal Pro partner firm. Permanent record.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TASCAL PRO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Malaysia. Driven by Integrity.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 Malaysian Company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in Malaysia. Built for Malaysian regulations, tax laws, and business culture.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🎌  Japanese 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361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with Japanese management philosophy — Absolute Integrity, customer-first, zero compromise.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MyInvois &amp; SST Ready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706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8% live. MyInvois fields built in. Full LHDN integration in active development.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3317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No Lock-In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706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export within 48 hours, at any time, at no charge. We earn your trust every month.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Always Current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 — every new feature and regulatory update automatically available to all users.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Client Success First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005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"Absolute Integrity" — we only succeed when you and your clients succeed.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</a:rPr>
              <a:t>tascal-pro-malaysia.vercel.app  |  info@globish-intl.com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through the platform together — Firm Portal, Client Portal, Invoicing, and AI features.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Founding Partner Agreement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591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one-page agreement confirming WTA's Founding Partner status and terms.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WTA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735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WTA's firm account, import your clients, and configure the platform together.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Free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879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 uses the full platform at zero cost. Your feedback shapes the product roadmap.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Masahiro Sakata  |  masahiro1945@globish-intl.com  |  info@globish-intl.com  |  tascal-pro-malaysia.vercel.app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© 2026 Globish International Co., Ltd.  |  Kuala Lumpur, Malaysia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Tascal Pro Malaysia – Founding Partner Proposal</dc:title>
  <dc:subject>PptxGenJS Presentation</dc:subject>
  <dc:creator>Masahiro Sakata, Globish International</dc:creator>
  <cp:lastModifiedBy>Masahiro Sakata, Globish International</cp:lastModifiedBy>
  <cp:revision>1</cp:revision>
  <dcterms:created xsi:type="dcterms:W3CDTF">2026-06-25T12:55:51Z</dcterms:created>
  <dcterms:modified xsi:type="dcterms:W3CDTF">2026-06-25T12:55:51Z</dcterms:modified>
</cp:coreProperties>
</file>